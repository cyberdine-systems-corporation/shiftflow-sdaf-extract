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Uso: abrir en VS Code/Cursor con extensión Marp, o:
npx --yes @marp-team/marp-cli docs/presentation/mvp-0.1/product-slides.md --pdf -o docs/presentation/mvp-0.1/export/product-slides.pdf
14 láminas. No cubren SDAF, puertas ni ADRs: eso está en el vídeo.
Capturas en captures/ (01–07), verificadas 2026-08-19.
1 · portada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puente obligatorio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 · cierre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ShiftFlow mvp-0.1 — planificación de turnos</dc:title>
  <dc:subject>Deck de producto PBI-012 (12–14 láminas + puente). Complementario al vídeo de arquitectura.</dc:subject>
  <dc:creator>Created by Marp</dc:creator>
  <cp:lastModifiedBy>Created by Marp</cp:lastModifiedBy>
  <cp:revision>1</cp:revision>
  <dcterms:created xsi:type="dcterms:W3CDTF">2026-08-19T08:39:58Z</dcterms:created>
  <dcterms:modified xsi:type="dcterms:W3CDTF">2026-08-19T08:39:58Z</dcterms:modified>
</cp:coreProperties>
</file>