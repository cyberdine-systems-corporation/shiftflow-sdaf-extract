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Uso: abrir en VS Code/Cursor con extensión Marp, o:
npx --yes @marp-team/marp-cli docs/presentation/mvp-0.1/video-slides.md --pdf -o docs/presentation/mvp-0.1/export/video-slides.pdf
17 láminas mapeadas a los 8 bloques de guion-video-arquitectura.md.
Cada lámina lleva nota de locución con su bloque y su marca de tiempo.
Las cifras del repositorio son las de la etiqueta mvp-0.1 (2026-08-17).
Bloque 1 · 0:00–0:20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· 0:20–0:50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· 0:50–1:25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· 1:25–1:50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· 1:50–2:30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· 2:30–3:05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· 3:05–3:30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· 3:30–4:10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· 4:10–4:40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· 4:40–5:00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· 5:00–5:45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· 5:45–6:40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· 6:40–7:25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· 7:25–8:10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 · 8:10–9:10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8 · 9:10–9:35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8 · 9:35–9:50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ShiftFlow mvp-0.1 — arquitectura y método asistido por IA</dc:title>
  <dc:subject>Láminas del vídeo PBI-012 (8–10 min). Audiencia: evaluación de máster en desarrollo asistido por IA.</dc:subject>
  <dc:creator>Created by Marp</dc:creator>
  <cp:lastModifiedBy>Created by Marp</cp:lastModifiedBy>
  <cp:revision>1</cp:revision>
  <dcterms:created xsi:type="dcterms:W3CDTF">2026-08-18T08:24:57Z</dcterms:created>
  <dcterms:modified xsi:type="dcterms:W3CDTF">2026-08-18T08:24:57Z</dcterms:modified>
</cp:coreProperties>
</file>